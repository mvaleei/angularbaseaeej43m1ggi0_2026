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4A4B5D-E5E4-B546-0FC9-7840052D2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73E9E23-6BC5-2436-CA22-D077DADAA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190BD1-4430-67BE-4C71-71E8434DA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77A648-B32B-68E3-D95A-98B4756F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2ABD4B-13DC-A0C3-7A51-DB981C79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93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323602-5CBD-909B-CD70-8F03941E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7D89A9-95CD-5E90-FCDB-9109E48C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FA087A-1EC9-6088-2F12-C6F21DC5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F7B335-6F0F-18BE-8081-69D4432E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0B0C3E-98EB-869B-9F69-C33262C9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094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0BEB51-BAA6-3DE7-1158-34E0AE47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CAD0FB-580D-6619-4D00-663F9A884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DF2324-E837-7321-A6A2-31EE9CEE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610F2FF-DC6A-9315-F9D8-E4417DE6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4EE26A4-62B7-1864-67AE-6D9027A7B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92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67C732-02F6-F5F2-6771-90FEBC06E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8C82F9-7972-0278-96EC-7650E6111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153688D-2085-0D85-00FC-881DC68C0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AAC5B7-3A01-F748-887C-0A2ABD42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4FEA2A-2652-CE2C-F135-BE3632B5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BAE4A5F-72F7-F271-9F68-C3EFCF67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1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184C27-DF84-8920-D27C-5855580C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0AD376-DA6A-8C6A-0E19-FC5099371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37CC5C-E877-6A9B-9A54-B02EDC5A3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3308D24-0800-8031-C764-D9C59EBB6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1DEA5BB-A853-7D4C-A856-5D4C0B92C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32774C4-83A1-0CB7-B4E7-42E73632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653A71F-AF62-2F7F-55FC-16C1ED4C7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73E25C0-814C-7787-FD2F-859FE479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874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9C9245-ED1A-5E36-EB03-95EB3E62E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DCC5067-7A28-81D3-0391-C7E3EA0F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37B06F3-EBED-B938-26D5-AFD969A8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30B8C2-EC00-7305-F339-AA1B6230B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726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498799C-F15E-2C52-042D-7B93B50C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66BE96D-8A49-B0FC-9F5B-477220B3F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829C850-DD60-59D9-8A56-A881596A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4940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77D95F-39FC-C3AB-439F-0AE0F8C6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1896BB-3023-D3CA-F3C2-D3083786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CEFFEFC-C9EB-CFE1-343A-C46932204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D8779F4-C4E2-CF49-23BE-D5C712B1A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7FD2A16-3D4D-32AA-C77F-83C1B6FF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476C48B-5F0D-40A2-914D-CF3F27B9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95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1B52E1-97B2-5D5E-B239-F14ABF9C5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1DB37DE-95EF-DA2C-B398-75B01E2FF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6E4083-7B99-28E5-90F2-407A434E5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414E961-6265-0B86-710B-75BAA9A4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86B67DF-BE26-1673-2AE5-AEA100765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2A1753-113C-31BF-A217-F1DEAAF5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5919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6B5388-509D-B746-E417-842BC687F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D2FE4F8-DA77-FB4C-257E-FC772F85C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558697-6076-E080-B0E1-DB3CF7F3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991E5A-01A8-13AD-89C2-538156AC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E9E05C-AC8E-46C7-7662-089E2310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7063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590317B-2B5E-6DFF-FD80-1C51120C4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DF435B1-0E44-1C55-A58A-3E278CC3B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BD8A34-D52D-B7EF-77FA-17637ED4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FF65C7-475B-EA35-39EC-ECE57DE9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D2BF78-DE05-30E3-0743-4A38B2CA8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714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F3B163B-FEF7-6646-9AEB-7B4F2204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183AE38-126F-2D4D-7BFF-6C345C4E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50FAB5-9B81-8E1D-0F99-CF08DFDB5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10467-380A-4145-BFE3-D869B725629E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600A95-0FAB-0375-E550-3FAE59551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276A23D-F44F-8C67-F0B8-53EB18B07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C2418-9360-4D98-AE7B-B05CD2D757F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398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47BEF604-D088-FDE8-190A-126468B40F44}"/>
              </a:ext>
            </a:extLst>
          </p:cNvPr>
          <p:cNvSpPr txBox="1"/>
          <p:nvPr/>
        </p:nvSpPr>
        <p:spPr>
          <a:xfrm>
            <a:off x="847725" y="495300"/>
            <a:ext cx="447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Persone=[‘’pippo’,’’</a:t>
            </a:r>
            <a:r>
              <a:rPr lang="it-IT" dirty="0" err="1"/>
              <a:t>minni</a:t>
            </a:r>
            <a:r>
              <a:rPr lang="it-IT" dirty="0"/>
              <a:t>’,’topolino’]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D1DCEFAE-6D66-3163-3F2F-DFA0D6B199D7}"/>
              </a:ext>
            </a:extLst>
          </p:cNvPr>
          <p:cNvSpPr/>
          <p:nvPr/>
        </p:nvSpPr>
        <p:spPr>
          <a:xfrm>
            <a:off x="5510213" y="1733550"/>
            <a:ext cx="2895600" cy="1123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aedefe45654ee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6B0CFF0D-9B75-AEDF-08B9-0934FABC8812}"/>
              </a:ext>
            </a:extLst>
          </p:cNvPr>
          <p:cNvCxnSpPr>
            <a:endCxn id="5" idx="2"/>
          </p:cNvCxnSpPr>
          <p:nvPr/>
        </p:nvCxnSpPr>
        <p:spPr>
          <a:xfrm>
            <a:off x="1504950" y="804863"/>
            <a:ext cx="4005263" cy="1490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BBF149-023F-4795-A83E-A02AAA8BF5EE}"/>
              </a:ext>
            </a:extLst>
          </p:cNvPr>
          <p:cNvSpPr txBox="1"/>
          <p:nvPr/>
        </p:nvSpPr>
        <p:spPr>
          <a:xfrm>
            <a:off x="847725" y="3752850"/>
            <a:ext cx="3205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Anagrafica=persone;</a:t>
            </a: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B56DF346-2BE6-1719-8116-37E38BF67CC6}"/>
              </a:ext>
            </a:extLst>
          </p:cNvPr>
          <p:cNvCxnSpPr/>
          <p:nvPr/>
        </p:nvCxnSpPr>
        <p:spPr>
          <a:xfrm flipV="1">
            <a:off x="1504950" y="2533650"/>
            <a:ext cx="4129088" cy="1138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CD8F1AD-88B2-2E79-6F27-9543F94C6265}"/>
              </a:ext>
            </a:extLst>
          </p:cNvPr>
          <p:cNvSpPr txBox="1"/>
          <p:nvPr/>
        </p:nvSpPr>
        <p:spPr>
          <a:xfrm>
            <a:off x="5634038" y="3081338"/>
            <a:ext cx="2576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Persone</a:t>
            </a:r>
          </a:p>
          <a:p>
            <a:r>
              <a:rPr lang="it-IT" dirty="0"/>
              <a:t>anagrafica</a:t>
            </a:r>
          </a:p>
        </p:txBody>
      </p:sp>
    </p:spTree>
    <p:extLst>
      <p:ext uri="{BB962C8B-B14F-4D97-AF65-F5344CB8AC3E}">
        <p14:creationId xmlns:p14="http://schemas.microsoft.com/office/powerpoint/2010/main" val="80291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F0DA764C-FFFE-FB1E-239F-53F2C4444F0B}"/>
              </a:ext>
            </a:extLst>
          </p:cNvPr>
          <p:cNvSpPr/>
          <p:nvPr/>
        </p:nvSpPr>
        <p:spPr>
          <a:xfrm>
            <a:off x="666749" y="2038351"/>
            <a:ext cx="11115675" cy="3086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4D2A1A0-8CAB-11CF-FFE0-7C53EAED3E9D}"/>
              </a:ext>
            </a:extLst>
          </p:cNvPr>
          <p:cNvSpPr txBox="1"/>
          <p:nvPr/>
        </p:nvSpPr>
        <p:spPr>
          <a:xfrm>
            <a:off x="1000124" y="2281238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highlight>
                  <a:srgbClr val="FF0000"/>
                </a:highlight>
              </a:rPr>
              <a:t>Saldo carta: 300euro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422E03EB-2FA6-6F21-481D-56E12773153F}"/>
              </a:ext>
            </a:extLst>
          </p:cNvPr>
          <p:cNvSpPr/>
          <p:nvPr/>
        </p:nvSpPr>
        <p:spPr>
          <a:xfrm>
            <a:off x="1109662" y="2919413"/>
            <a:ext cx="10153650" cy="7334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E2E79A-9C85-720A-6F41-5BCA140DD0A1}"/>
              </a:ext>
            </a:extLst>
          </p:cNvPr>
          <p:cNvSpPr txBox="1"/>
          <p:nvPr/>
        </p:nvSpPr>
        <p:spPr>
          <a:xfrm>
            <a:off x="1262061" y="3124200"/>
            <a:ext cx="239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Importo da prelevare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15BB171-3B8E-35C2-CDAB-AE8C7A87D83C}"/>
              </a:ext>
            </a:extLst>
          </p:cNvPr>
          <p:cNvSpPr/>
          <p:nvPr/>
        </p:nvSpPr>
        <p:spPr>
          <a:xfrm>
            <a:off x="3857624" y="3133725"/>
            <a:ext cx="1490663" cy="3190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F102E71-ED24-CA11-8962-C2F58D2BCD3D}"/>
              </a:ext>
            </a:extLst>
          </p:cNvPr>
          <p:cNvSpPr/>
          <p:nvPr/>
        </p:nvSpPr>
        <p:spPr>
          <a:xfrm>
            <a:off x="5772149" y="3062288"/>
            <a:ext cx="2185988" cy="4312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Conferma prelievo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8984755-2BF2-B779-DA0D-4E8739D56EE6}"/>
              </a:ext>
            </a:extLst>
          </p:cNvPr>
          <p:cNvSpPr txBox="1"/>
          <p:nvPr/>
        </p:nvSpPr>
        <p:spPr>
          <a:xfrm>
            <a:off x="8586787" y="3133725"/>
            <a:ext cx="2300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Saldo attuale(</a:t>
            </a:r>
            <a:r>
              <a:rPr lang="it-IT" sz="1400" dirty="0">
                <a:sym typeface="Wingdings" panose="05000000000000000000" pitchFamily="2" charset="2"/>
              </a:rPr>
              <a:t>inizio 300)</a:t>
            </a:r>
            <a:r>
              <a:rPr lang="it-IT" sz="1400" dirty="0"/>
              <a:t>xxx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A85F510-AB1D-EF23-860B-DFA441BB757B}"/>
              </a:ext>
            </a:extLst>
          </p:cNvPr>
          <p:cNvSpPr/>
          <p:nvPr/>
        </p:nvSpPr>
        <p:spPr>
          <a:xfrm>
            <a:off x="1109662" y="3881438"/>
            <a:ext cx="10153650" cy="73342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355C6E1-5A9E-E0F9-5B58-623788747D2B}"/>
              </a:ext>
            </a:extLst>
          </p:cNvPr>
          <p:cNvSpPr txBox="1"/>
          <p:nvPr/>
        </p:nvSpPr>
        <p:spPr>
          <a:xfrm>
            <a:off x="1262061" y="4086225"/>
            <a:ext cx="239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Importo da versare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CC0E8F1-F1D0-AD47-1C06-1B97F1D78FEA}"/>
              </a:ext>
            </a:extLst>
          </p:cNvPr>
          <p:cNvSpPr/>
          <p:nvPr/>
        </p:nvSpPr>
        <p:spPr>
          <a:xfrm>
            <a:off x="3857624" y="4095750"/>
            <a:ext cx="1490663" cy="3190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1AE732E-2851-A173-5E1A-5EACEAF7752A}"/>
              </a:ext>
            </a:extLst>
          </p:cNvPr>
          <p:cNvSpPr/>
          <p:nvPr/>
        </p:nvSpPr>
        <p:spPr>
          <a:xfrm>
            <a:off x="5772148" y="4024313"/>
            <a:ext cx="2543175" cy="43124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Conferma versamento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FC8674D-373B-E227-36B5-B23F4B3D7339}"/>
              </a:ext>
            </a:extLst>
          </p:cNvPr>
          <p:cNvCxnSpPr>
            <a:cxnSpLocks/>
          </p:cNvCxnSpPr>
          <p:nvPr/>
        </p:nvCxnSpPr>
        <p:spPr>
          <a:xfrm flipH="1" flipV="1">
            <a:off x="3357562" y="804863"/>
            <a:ext cx="157163" cy="2509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AF57F61-74F1-1B1D-BB9C-EB2CCE1089E3}"/>
              </a:ext>
            </a:extLst>
          </p:cNvPr>
          <p:cNvSpPr txBox="1"/>
          <p:nvPr/>
        </p:nvSpPr>
        <p:spPr>
          <a:xfrm>
            <a:off x="3452813" y="471488"/>
            <a:ext cx="5133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L’importo del prelievo deve essere disponibile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45C13594-2616-3594-AB13-D4F9C1BDE86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657598" y="4270891"/>
            <a:ext cx="526256" cy="1577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1838746-B2E6-B232-9B31-07D12A282852}"/>
              </a:ext>
            </a:extLst>
          </p:cNvPr>
          <p:cNvSpPr txBox="1"/>
          <p:nvPr/>
        </p:nvSpPr>
        <p:spPr>
          <a:xfrm>
            <a:off x="2414587" y="5848351"/>
            <a:ext cx="5543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versamento deve incrementare il saldo della carta, ma il  saldo non può superare un massimo di 500 euro </a:t>
            </a:r>
          </a:p>
        </p:txBody>
      </p:sp>
    </p:spTree>
    <p:extLst>
      <p:ext uri="{BB962C8B-B14F-4D97-AF65-F5344CB8AC3E}">
        <p14:creationId xmlns:p14="http://schemas.microsoft.com/office/powerpoint/2010/main" val="24466918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2026-05-06T13:17:27Z</dcterms:created>
  <dcterms:modified xsi:type="dcterms:W3CDTF">2026-05-06T13:27:04Z</dcterms:modified>
</cp:coreProperties>
</file>