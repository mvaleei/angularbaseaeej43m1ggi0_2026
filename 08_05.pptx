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04F29E-2177-CEC7-1A42-FCC7B31C5F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E92DD8B-6782-A1B1-A14F-3001454268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656EB0F-C060-F09A-1D22-9D71C2643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FF56E-842D-4B8C-80B3-6BDDA7BC19E5}" type="datetimeFigureOut">
              <a:rPr lang="it-IT" smtClean="0"/>
              <a:t>08/05/2026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2A9E471-1DB8-6E05-4409-CEA7F327A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C31BEF3-2B8D-FD11-8992-8679A937C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7B39-38E9-4963-8491-EE37B3DA7B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4221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4F2A8E-C075-CDCC-1916-F7949BEA5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FE214C6-412F-3C11-8FDF-C9DBD5DF0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47DB4E5-ACD8-4993-034B-74B68770B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FF56E-842D-4B8C-80B3-6BDDA7BC19E5}" type="datetimeFigureOut">
              <a:rPr lang="it-IT" smtClean="0"/>
              <a:t>08/05/2026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A4B57D4-FEAE-FBC9-6AD9-61B71D3FB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04BBDF2-C5BF-BD7D-502A-9E46E1EB0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7B39-38E9-4963-8491-EE37B3DA7B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6464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AF9701-69AC-F094-9E47-3BD624FB9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7ECFD2F-C7AB-41CA-382F-38DC9659B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FE0403F-DC09-586B-7AF7-CB4E6104D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FF56E-842D-4B8C-80B3-6BDDA7BC19E5}" type="datetimeFigureOut">
              <a:rPr lang="it-IT" smtClean="0"/>
              <a:t>08/05/2026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D659E7-7188-AC5C-5C39-19A2B3277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9AD902F-AE2C-6262-A66F-53555BAD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7B39-38E9-4963-8491-EE37B3DA7B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4046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957344-F7D7-3B08-F668-85A3F39ED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AE853D9-7734-86B3-FC86-77E141C6B6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72D57E5-85DF-DBC0-8C06-E732EB8B6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BC1CE53-AB79-779A-BF4C-0BECDDB74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FF56E-842D-4B8C-80B3-6BDDA7BC19E5}" type="datetimeFigureOut">
              <a:rPr lang="it-IT" smtClean="0"/>
              <a:t>08/05/2026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7BBB3CC-0819-B394-D970-17BE78AB5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B5BF27A-EEAA-2EA0-7CA5-FA5D17DA3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7B39-38E9-4963-8491-EE37B3DA7B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862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E85AD0-677D-6530-2C60-67A0F832E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F3CE687-4793-44DE-04C7-042281357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1671AA4-7780-F7C4-5291-31896D9E9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8E2176B-251D-1B8D-D9D9-ED73AA0821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8650CF4-C445-F202-FDE9-774345E924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8397DC3-78D7-5440-728D-835734B3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FF56E-842D-4B8C-80B3-6BDDA7BC19E5}" type="datetimeFigureOut">
              <a:rPr lang="it-IT" smtClean="0"/>
              <a:t>08/05/2026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330A634-9D99-D09B-0BB0-23F7A1B98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02C2C8F-7C53-D751-464B-B83BE6418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7B39-38E9-4963-8491-EE37B3DA7B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7497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F97D19-B648-6774-B5A5-C357F682C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B1D59E0-FAA8-7A12-1815-C51E99CA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FF56E-842D-4B8C-80B3-6BDDA7BC19E5}" type="datetimeFigureOut">
              <a:rPr lang="it-IT" smtClean="0"/>
              <a:t>08/05/2026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DD9C391-56A8-D1F6-0009-980A4F5FE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DA751F7-1D1B-B0CD-128D-C79716386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7B39-38E9-4963-8491-EE37B3DA7B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3275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80F7AF0-ABEF-A6CD-46BE-93AE8C09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FF56E-842D-4B8C-80B3-6BDDA7BC19E5}" type="datetimeFigureOut">
              <a:rPr lang="it-IT" smtClean="0"/>
              <a:t>08/05/2026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23379A6-2297-1522-E932-6D5BC0D9D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8C7C050-C9A6-38F1-DA1A-B09C23484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7B39-38E9-4963-8491-EE37B3DA7B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1935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54A905-9B29-CD08-04F2-91F428991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7992CE9-4013-BF30-FB7E-9106F8882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04AE77A-8B68-1EA8-689B-56AD1CD45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B170510-2D41-CC4B-81C7-3F49C4901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FF56E-842D-4B8C-80B3-6BDDA7BC19E5}" type="datetimeFigureOut">
              <a:rPr lang="it-IT" smtClean="0"/>
              <a:t>08/05/2026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4F4D371-29AC-C24F-56DB-00B61BFE9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8333F6A-14DF-A195-3744-01A4EE6B1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7B39-38E9-4963-8491-EE37B3DA7B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2575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025458-38F3-F9F3-3EFD-9DC6C67B2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C4369E1-4EAB-5749-D354-691E77AFC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21D22B8-9DD8-E139-6B04-66E5373F8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F96DACC-8499-4951-9FEC-2FB5B9C1A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FF56E-842D-4B8C-80B3-6BDDA7BC19E5}" type="datetimeFigureOut">
              <a:rPr lang="it-IT" smtClean="0"/>
              <a:t>08/05/2026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9B9B6CB-5EC5-6274-D23F-0A131EDBC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2F684A9-71EC-7571-B0C9-60EBF948D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7B39-38E9-4963-8491-EE37B3DA7B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2612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35C3D9-55B9-C0E9-7117-26C751FFB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43CD5E1-98A0-7496-6E81-F107D810D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E5BBDC2-5EE8-1DC6-62B2-04F6E8C4E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FF56E-842D-4B8C-80B3-6BDDA7BC19E5}" type="datetimeFigureOut">
              <a:rPr lang="it-IT" smtClean="0"/>
              <a:t>08/05/2026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CF8738D-E52E-A7AE-2A28-B80031F40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610549-2FF7-4771-0486-FCD89E7F5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7B39-38E9-4963-8491-EE37B3DA7B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4788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4BBFF5E-0944-A6A4-41B1-D60161B50F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A156EE0-5A88-8F7B-3E0F-DFAF6B29C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7CB1DB3-71A3-B01A-7192-1ED5E2C61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FF56E-842D-4B8C-80B3-6BDDA7BC19E5}" type="datetimeFigureOut">
              <a:rPr lang="it-IT" smtClean="0"/>
              <a:t>08/05/2026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6CEC6A1-B9C8-B840-FAF5-04A4A6C90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C05E510-134E-A6BA-0193-659A80B88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7B39-38E9-4963-8491-EE37B3DA7B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5150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0630112-2F5F-C66F-9E2E-A85FF3F91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AE22791-4799-EBBA-CD17-E548CF4EF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A32004-C78A-437D-2C2D-24F93531C5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4FF56E-842D-4B8C-80B3-6BDDA7BC19E5}" type="datetimeFigureOut">
              <a:rPr lang="it-IT" smtClean="0"/>
              <a:t>08/05/2026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B3B9FDD-AE61-E829-1530-DB1695A674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31AE6EE-668D-084A-5681-59AC2B951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C67B39-38E9-4963-8491-EE37B3DA7B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4011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3C6FD24B-F97A-5AD7-3E66-3D6CC56E2708}"/>
              </a:ext>
            </a:extLst>
          </p:cNvPr>
          <p:cNvSpPr/>
          <p:nvPr/>
        </p:nvSpPr>
        <p:spPr>
          <a:xfrm>
            <a:off x="1138237" y="590550"/>
            <a:ext cx="9915525" cy="5676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C5A1BFCF-FF93-11BD-7FAF-A576D4026DBC}"/>
              </a:ext>
            </a:extLst>
          </p:cNvPr>
          <p:cNvSpPr/>
          <p:nvPr/>
        </p:nvSpPr>
        <p:spPr>
          <a:xfrm>
            <a:off x="1123950" y="552450"/>
            <a:ext cx="5286375" cy="240506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1AF6180B-31A8-0D80-0362-C521A29B393D}"/>
              </a:ext>
            </a:extLst>
          </p:cNvPr>
          <p:cNvSpPr/>
          <p:nvPr/>
        </p:nvSpPr>
        <p:spPr>
          <a:xfrm>
            <a:off x="4648200" y="2109788"/>
            <a:ext cx="1095375" cy="49053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invia</a:t>
            </a:r>
          </a:p>
        </p:txBody>
      </p:sp>
    </p:spTree>
    <p:extLst>
      <p:ext uri="{BB962C8B-B14F-4D97-AF65-F5344CB8AC3E}">
        <p14:creationId xmlns:p14="http://schemas.microsoft.com/office/powerpoint/2010/main" val="567441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18219C68-1577-15A3-0A00-123C4B5E80C6}"/>
              </a:ext>
            </a:extLst>
          </p:cNvPr>
          <p:cNvSpPr txBox="1"/>
          <p:nvPr/>
        </p:nvSpPr>
        <p:spPr>
          <a:xfrm>
            <a:off x="333375" y="528638"/>
            <a:ext cx="863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http://www.pippo.it/pagina.html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7216813-4D3C-3468-797C-563AD1749484}"/>
              </a:ext>
            </a:extLst>
          </p:cNvPr>
          <p:cNvSpPr txBox="1"/>
          <p:nvPr/>
        </p:nvSpPr>
        <p:spPr>
          <a:xfrm>
            <a:off x="333375" y="1328738"/>
            <a:ext cx="863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http://www.pippo.it/fatture/vedi/roma/50/xx/ddd/dd</a:t>
            </a:r>
          </a:p>
        </p:txBody>
      </p:sp>
    </p:spTree>
    <p:extLst>
      <p:ext uri="{BB962C8B-B14F-4D97-AF65-F5344CB8AC3E}">
        <p14:creationId xmlns:p14="http://schemas.microsoft.com/office/powerpoint/2010/main" val="12146378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33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Marcello Valeri</dc:creator>
  <cp:lastModifiedBy>Marcello Valeri</cp:lastModifiedBy>
  <cp:revision>1</cp:revision>
  <dcterms:created xsi:type="dcterms:W3CDTF">2026-05-08T13:13:51Z</dcterms:created>
  <dcterms:modified xsi:type="dcterms:W3CDTF">2026-05-08T15:19:38Z</dcterms:modified>
</cp:coreProperties>
</file>