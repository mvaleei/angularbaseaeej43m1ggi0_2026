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B330A-1A39-E45B-DA5E-0596F6288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4AE547F-4248-1F89-AE99-A00A0E5CC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0BD2B-9F59-9F0C-1F82-3E09BCBB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0C32F6-7CB7-9541-8B05-5FE0D7132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535B14-0EC7-04A8-58EF-EA65B2B6C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149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CB90EA-BF66-8A3F-52E0-D97CC541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9B1762-FF77-FD53-C0E9-5153E4932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D69BDF-7614-772A-FD8C-FF5FF943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2AEECE-BF4E-F238-790F-EAF13EBF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CBB381F-B89E-0DE7-857B-C1FD0CC2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8082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936EDF-F674-297E-4026-CD6FA16DA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04FD48-CE89-BE8C-ADE7-2C16DF182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E735F6-EFE4-756B-D1A7-B8FF8412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4FD484-4BDF-F877-C862-3ECA96B5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629767-66FA-C0E9-A394-48455A22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924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1A592E-A2D1-17A8-0291-44F792DC4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BB6639-B4F9-2842-97EE-83E19F900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BF69D21-5E0A-2435-EB30-6AD32FC2E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D27314A-525B-DCEC-6A58-7E4F1EAE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5E5969-06F4-541B-0D02-01731D9E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9B7B622-CEBB-4DF4-56F9-4FE7E7AE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953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AFCB11-F275-724F-4E25-4FA3828C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D26F6C-50DB-3986-349F-A8CE5AA0F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0FC56E-12E5-D624-8A93-6FB1DA94E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3F547F9-88B9-DE13-CF05-362865ECE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3F2BA1F-CB6D-6093-C299-7BF7AC90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F4B2461-26C4-B9E3-D95C-F6120AE5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53051E4-8C85-79EC-4D5A-F7D52CF7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35FAA58-F4EF-8730-7FE9-A96970A5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98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C4C560-7187-7633-F399-7F311583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C0714A5-99F1-C030-E448-B36922CC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959C11C-AB39-AE5A-5575-AE94D36A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7864C1-E650-1087-8D6B-DFDA431A0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546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BA9D452-D38B-F8D9-C003-10EF059C9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7D5A491-CBBF-DF7C-6D63-36365AF4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C3F8DC-8ED3-E890-5A8E-2E689574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239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04D4ED-C7E7-FCF3-0772-EE6F8827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B234D2-199B-5C8D-F21A-6FABDB0A0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71ED121-8284-FC9F-1631-2167D1636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FAD188-FDCD-7FEA-4033-40B72231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AA96892-D5E9-D220-0FD2-CFFBC539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AB23740-81D3-5A45-BE7A-F108B039D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131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8DC78A-41AD-86E3-F958-D9D5E308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6AC948F-5A19-7612-9742-DA4DB5F87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3734B88-5639-3FCC-488C-2933F2800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440D76A-10E8-171B-C542-9FAE08D5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21D86B5-468F-0E12-B708-57AC3805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C5A914-8095-D2C1-C565-65CBE70C4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921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04404F-C13D-8F01-7D7B-1F3F6E168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84A7B53-B740-3412-1EF8-00E086354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DF3B04-E7BA-C844-9904-CF827AF6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4358B0-F894-0336-EE67-2FF50469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DCF362-1968-A5E3-5D38-4A533642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3854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3C902FF-001B-A9D2-2BBE-2B1416FAF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139569D-B5F4-B250-E789-684CCA6DC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72C9DB-C207-0068-8C5A-3BB3CF1C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39F1E5-90D2-9E72-674F-1AF893E2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90720D-F9C4-B03A-F175-A79F442D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489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F56BA8D-3DB7-60EE-11F6-7B09436C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878988-30FC-58D0-911E-019D80FB5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0428DE-B73E-787C-412C-8DDB8C9CE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4E26E-D320-46A2-83CF-47225981D65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E04278-5EEE-E14E-3997-7245E3F1F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2610A5-BC66-ED3A-9131-EEC3C3927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2483D-6D99-4120-80A0-07AEFD6E6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9256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96946A5-93A4-6D59-6D49-0B70F3EEE9E2}"/>
              </a:ext>
            </a:extLst>
          </p:cNvPr>
          <p:cNvSpPr txBox="1"/>
          <p:nvPr/>
        </p:nvSpPr>
        <p:spPr>
          <a:xfrm>
            <a:off x="533399" y="400050"/>
            <a:ext cx="2366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Inserire base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8594A8-38D9-F032-C7F9-ECE19EEED3C3}"/>
              </a:ext>
            </a:extLst>
          </p:cNvPr>
          <p:cNvSpPr txBox="1"/>
          <p:nvPr/>
        </p:nvSpPr>
        <p:spPr>
          <a:xfrm>
            <a:off x="533399" y="938213"/>
            <a:ext cx="2366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Inserire altezza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068049E-6517-6D9F-75A2-5C393ED9E1A8}"/>
              </a:ext>
            </a:extLst>
          </p:cNvPr>
          <p:cNvSpPr/>
          <p:nvPr/>
        </p:nvSpPr>
        <p:spPr>
          <a:xfrm>
            <a:off x="2681288" y="404813"/>
            <a:ext cx="1552575" cy="335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6CA4FEB-3BBE-F2AE-5D3E-4BE3F458B72C}"/>
              </a:ext>
            </a:extLst>
          </p:cNvPr>
          <p:cNvSpPr/>
          <p:nvPr/>
        </p:nvSpPr>
        <p:spPr>
          <a:xfrm>
            <a:off x="2681288" y="971551"/>
            <a:ext cx="1552575" cy="335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6923B59-84AD-A615-58E0-A66DBEDAD0E1}"/>
              </a:ext>
            </a:extLst>
          </p:cNvPr>
          <p:cNvSpPr txBox="1"/>
          <p:nvPr/>
        </p:nvSpPr>
        <p:spPr>
          <a:xfrm>
            <a:off x="533399" y="1576388"/>
            <a:ext cx="2366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Selezionare figura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7A9B369-212D-3F91-6F0B-DC01A53D3B8D}"/>
              </a:ext>
            </a:extLst>
          </p:cNvPr>
          <p:cNvSpPr/>
          <p:nvPr/>
        </p:nvSpPr>
        <p:spPr>
          <a:xfrm>
            <a:off x="2681288" y="1609726"/>
            <a:ext cx="1552575" cy="335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A9648273-A7FA-7E2A-647F-043B942B62C3}"/>
              </a:ext>
            </a:extLst>
          </p:cNvPr>
          <p:cNvSpPr/>
          <p:nvPr/>
        </p:nvSpPr>
        <p:spPr>
          <a:xfrm>
            <a:off x="3867150" y="1671638"/>
            <a:ext cx="280988" cy="27408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124810B-A73B-579D-CA83-008F10332B45}"/>
              </a:ext>
            </a:extLst>
          </p:cNvPr>
          <p:cNvCxnSpPr>
            <a:stCxn id="9" idx="3"/>
          </p:cNvCxnSpPr>
          <p:nvPr/>
        </p:nvCxnSpPr>
        <p:spPr>
          <a:xfrm flipV="1">
            <a:off x="4233863" y="971551"/>
            <a:ext cx="2514600" cy="806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0371A78-A4F8-9C8C-B436-8FBD6E2F84EA}"/>
              </a:ext>
            </a:extLst>
          </p:cNvPr>
          <p:cNvSpPr txBox="1"/>
          <p:nvPr/>
        </p:nvSpPr>
        <p:spPr>
          <a:xfrm>
            <a:off x="6796088" y="814388"/>
            <a:ext cx="193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Rettangolo</a:t>
            </a:r>
          </a:p>
          <a:p>
            <a:r>
              <a:rPr lang="it-IT" dirty="0"/>
              <a:t>Triangolo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230BE17-CEF9-3700-FDB8-00A0552DFB82}"/>
              </a:ext>
            </a:extLst>
          </p:cNvPr>
          <p:cNvSpPr/>
          <p:nvPr/>
        </p:nvSpPr>
        <p:spPr>
          <a:xfrm>
            <a:off x="633413" y="2414588"/>
            <a:ext cx="3600450" cy="41433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Calcola e visualizza l’area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17D712B-AB87-615B-3157-F755611CC73C}"/>
              </a:ext>
            </a:extLst>
          </p:cNvPr>
          <p:cNvSpPr/>
          <p:nvPr/>
        </p:nvSpPr>
        <p:spPr>
          <a:xfrm>
            <a:off x="633413" y="3557588"/>
            <a:ext cx="3600450" cy="5095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Il totale dell’area è: (calcolato)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A90C7EE-35DB-05A1-4491-98769A95B1E4}"/>
              </a:ext>
            </a:extLst>
          </p:cNvPr>
          <p:cNvSpPr txBox="1"/>
          <p:nvPr/>
        </p:nvSpPr>
        <p:spPr>
          <a:xfrm>
            <a:off x="2028825" y="5500688"/>
            <a:ext cx="640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Marcello.valeri@d2psolution.it</a:t>
            </a:r>
          </a:p>
        </p:txBody>
      </p:sp>
    </p:spTree>
    <p:extLst>
      <p:ext uri="{BB962C8B-B14F-4D97-AF65-F5344CB8AC3E}">
        <p14:creationId xmlns:p14="http://schemas.microsoft.com/office/powerpoint/2010/main" val="10209549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2026-05-04T14:44:11Z</dcterms:created>
  <dcterms:modified xsi:type="dcterms:W3CDTF">2026-05-04T14:44:17Z</dcterms:modified>
</cp:coreProperties>
</file>